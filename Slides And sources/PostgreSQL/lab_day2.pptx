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>
  <p:sldMasterIdLst>
    <p:sldMasterId id="2147483648" r:id="rId1"/>
    <p:sldMasterId id="2147483666" r:id="rId2"/>
  </p:sldMasterIdLst>
  <p:notesMasterIdLst>
    <p:notesMasterId r:id="rId16"/>
  </p:notesMasterIdLst>
  <p:sldIdLst>
    <p:sldId id="266" r:id="rId3"/>
    <p:sldId id="267" r:id="rId4"/>
    <p:sldId id="293" r:id="rId5"/>
    <p:sldId id="298" r:id="rId6"/>
    <p:sldId id="299" r:id="rId7"/>
    <p:sldId id="300" r:id="rId8"/>
    <p:sldId id="301" r:id="rId9"/>
    <p:sldId id="302" r:id="rId10"/>
    <p:sldId id="303" r:id="rId11"/>
    <p:sldId id="294" r:id="rId12"/>
    <p:sldId id="295" r:id="rId13"/>
    <p:sldId id="296" r:id="rId14"/>
    <p:sldId id="29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0" autoAdjust="0"/>
    <p:restoredTop sz="93861" autoAdjust="0"/>
  </p:normalViewPr>
  <p:slideViewPr>
    <p:cSldViewPr snapToGrid="0" showGuides="1">
      <p:cViewPr varScale="1">
        <p:scale>
          <a:sx n="67" d="100"/>
          <a:sy n="67" d="100"/>
        </p:scale>
        <p:origin x="858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55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7E296-0428-41DA-B2FD-629865C14C9A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D3839-9FE5-42F2-BECC-1535DA6E108D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1097280"/>
            <a:ext cx="91440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6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 Day </a:t>
            </a:r>
            <a:r>
              <a:rPr lang="ar-EG" altLang="en-US" sz="6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91440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3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853440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Quiz 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486406"/>
            <a:ext cx="91440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Task: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3034665"/>
            <a:ext cx="9509760" cy="3291840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b="1" dirty="0"/>
              <a:t>Hospital Management System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• Doctor (Doctor_id, Specialization, Qualification, Name[First, Middle, Last])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• Patient (Patient_id, Age[derived], DOB, Address[Locality, Town/City])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• Medicine (Code, Price, Quantity)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Relationships: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• Doctor 1 — treats — n Patient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• Patient m — bill — n Medicine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35635" y="28892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Quiz 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35635" y="1506220"/>
            <a:ext cx="9509760" cy="3291840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dirty="0"/>
              <a:t>Create a database called HOSPITAL_DB.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Connect to the HOSPITAL_DB database.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Create a table called doctors with the following columns: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doctor_id (Primary Key)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first_name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middle_name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last_name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specialization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qualification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35635" y="28892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Quiz 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35635" y="1506220"/>
            <a:ext cx="9509760" cy="3291840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b="1" dirty="0"/>
              <a:t>Create a table called patients with the following columns:</a:t>
            </a: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patient_id (Primary Key)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first_name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last_name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dob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locality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city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doctor_id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35635" y="28892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Quiz 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35635" y="1506220"/>
            <a:ext cx="9509760" cy="3291840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b="1" dirty="0"/>
              <a:t>Add a Foreign Key in the patients table referencing the doctors table to represent the relationship: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Doctor 1 — treats — n Patient</a:t>
            </a:r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Use the following options: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ON DELETE CASCADE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ON UPDATE CASCADE</a:t>
            </a:r>
          </a:p>
        </p:txBody>
      </p:sp>
      <p:sp>
        <p:nvSpPr>
          <p:cNvPr id="13" name="Text 11"/>
          <p:cNvSpPr/>
          <p:nvPr/>
        </p:nvSpPr>
        <p:spPr>
          <a:xfrm>
            <a:off x="731520" y="6278880"/>
            <a:ext cx="8534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✏️  Write your SQL before turning the page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35635" y="28892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Quiz 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35635" y="1304290"/>
            <a:ext cx="9509760" cy="3291840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b="1" dirty="0"/>
              <a:t>Create a table called medicines with the following columns:</a:t>
            </a: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code (Primary Key)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medicine_name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price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quantity</a:t>
            </a:r>
          </a:p>
          <a:p>
            <a:pPr>
              <a:spcAft>
                <a:spcPts val="800"/>
              </a:spcAft>
            </a:pPr>
            <a:endParaRPr lang="en-US" altLang="en-GB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6278880"/>
            <a:ext cx="8534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✏️  Write your SQL before turning the page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35635" y="28892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Quiz 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35635" y="1304290"/>
            <a:ext cx="9509760" cy="3291840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b="1" dirty="0"/>
              <a:t>Create a table called patient_medicine to represent the relationship:</a:t>
            </a: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/>
              <a:t>Patient m — bill — n Medicine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The table should include: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bill_id (Primary Key)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patient_id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medicine_code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quantity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bill_date</a:t>
            </a:r>
          </a:p>
        </p:txBody>
      </p:sp>
      <p:sp>
        <p:nvSpPr>
          <p:cNvPr id="13" name="Text 11"/>
          <p:cNvSpPr/>
          <p:nvPr/>
        </p:nvSpPr>
        <p:spPr>
          <a:xfrm>
            <a:off x="731520" y="6278880"/>
            <a:ext cx="8534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✏️  Write your SQL before turning the page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35635" y="28892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Quiz 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35635" y="1304290"/>
            <a:ext cx="9509760" cy="3291840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GB" altLang="en-US" sz="1900" b="1" dirty="0"/>
              <a:t>- </a:t>
            </a:r>
            <a:r>
              <a:rPr lang="en-US" altLang="en-GB" sz="1900" b="1" dirty="0"/>
              <a:t>Add Foreign Keys in the patient_medicine table referencing:</a:t>
            </a: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/>
              <a:t>patients table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medicines table</a:t>
            </a:r>
            <a:br>
              <a:rPr lang="en-US" altLang="en-GB" sz="1900" dirty="0"/>
            </a:br>
            <a:r>
              <a:rPr lang="en-GB" altLang="en-US" sz="1900" dirty="0"/>
              <a:t>- </a:t>
            </a:r>
            <a:r>
              <a:rPr lang="en-US" altLang="en-GB" sz="1900" dirty="0"/>
              <a:t>Insert at least 3 doctors into the doctors table.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Insert at least 5 patients and assign each patient to a doctor.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Insert at least 5 medicines with price and quantity.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Insert at least 5 records into the patient_medicine table representing medicines given to patients.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Update the price of one medicine by increasing it.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Update the doctor assigned to one patient.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Add a new column called phone_number to the doctors table.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Add a new column called email to the patients table and make it UNIQUE.</a:t>
            </a:r>
          </a:p>
        </p:txBody>
      </p:sp>
      <p:sp>
        <p:nvSpPr>
          <p:cNvPr id="13" name="Text 11"/>
          <p:cNvSpPr/>
          <p:nvPr/>
        </p:nvSpPr>
        <p:spPr>
          <a:xfrm>
            <a:off x="731520" y="6278880"/>
            <a:ext cx="8534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✏️  Write your SQL before turning the page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35635" y="28892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Quiz 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8026718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35635" y="1304290"/>
            <a:ext cx="8630285" cy="3291840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Modify the price column in the medicines table so it cannot accept negative values.</a:t>
            </a:r>
            <a:br>
              <a:rPr lang="en-US" altLang="en-GB" sz="1900" dirty="0"/>
            </a:br>
            <a:r>
              <a:rPr lang="en-GB" altLang="en-US" sz="1900" dirty="0"/>
              <a:t>- </a:t>
            </a:r>
            <a:r>
              <a:rPr lang="en-US" altLang="en-GB" sz="1900" dirty="0"/>
              <a:t>Update the doctor_id in the doctors table and observe the effect on the patients table.</a:t>
            </a:r>
          </a:p>
        </p:txBody>
      </p:sp>
      <p:sp>
        <p:nvSpPr>
          <p:cNvPr id="13" name="Text 11"/>
          <p:cNvSpPr/>
          <p:nvPr/>
        </p:nvSpPr>
        <p:spPr>
          <a:xfrm>
            <a:off x="731520" y="6278880"/>
            <a:ext cx="8534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✏️  Write your SQL before turning the page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48069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GB" sz="5600" dirty="0"/>
              <a:t>Quiz 2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657856"/>
            <a:ext cx="91440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1537970"/>
            <a:ext cx="9509760" cy="493077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dirty="0"/>
              <a:t>Create a database called COMPANY.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Connect to the COMPANY database and make it the active database.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Create a table called departments with the following columns:</a:t>
            </a:r>
          </a:p>
          <a:p>
            <a:pPr>
              <a:spcAft>
                <a:spcPts val="800"/>
              </a:spcAft>
            </a:pPr>
            <a:r>
              <a:rPr lang="en-GB" altLang="en-US" sz="1900" b="1" dirty="0"/>
              <a:t>-</a:t>
            </a:r>
            <a:r>
              <a:rPr lang="en-US" altLang="en-GB" sz="1900" b="1" dirty="0"/>
              <a:t>dept_id</a:t>
            </a:r>
            <a:r>
              <a:rPr lang="en-US" altLang="en-GB" sz="1900" dirty="0"/>
              <a:t> (Primary Key, </a:t>
            </a:r>
            <a:r>
              <a:rPr lang="en-GB" altLang="en-GB" sz="1900" dirty="0">
                <a:sym typeface="+mn-ea"/>
              </a:rPr>
              <a:t>Serial</a:t>
            </a:r>
            <a:r>
              <a:rPr lang="en-US" altLang="en-GB" sz="1900" dirty="0"/>
              <a:t>)</a:t>
            </a:r>
          </a:p>
          <a:p>
            <a:pPr>
              <a:spcAft>
                <a:spcPts val="800"/>
              </a:spcAft>
            </a:pPr>
            <a:r>
              <a:rPr lang="en-GB" altLang="en-US" sz="1900" b="1" dirty="0"/>
              <a:t>-</a:t>
            </a:r>
            <a:r>
              <a:rPr lang="en-US" altLang="en-GB" sz="1900" b="1" dirty="0"/>
              <a:t>dept_name</a:t>
            </a:r>
            <a:r>
              <a:rPr lang="en-US" altLang="en-GB" sz="1900" dirty="0"/>
              <a:t> (Not Null)</a:t>
            </a:r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Create a table called employees with the following columns:</a:t>
            </a:r>
          </a:p>
          <a:p>
            <a:pPr>
              <a:spcAft>
                <a:spcPts val="800"/>
              </a:spcAft>
            </a:pPr>
            <a:r>
              <a:rPr lang="en-GB" altLang="en-US" sz="1900" b="1" dirty="0"/>
              <a:t>-</a:t>
            </a:r>
            <a:r>
              <a:rPr lang="en-US" altLang="en-GB" sz="1900" b="1" dirty="0"/>
              <a:t>emp_id</a:t>
            </a:r>
            <a:r>
              <a:rPr lang="en-US" altLang="en-GB" sz="1900" dirty="0"/>
              <a:t> (Primary Key, </a:t>
            </a:r>
            <a:r>
              <a:rPr lang="en-GB" altLang="en-GB" sz="1900" dirty="0"/>
              <a:t>Serial</a:t>
            </a:r>
            <a:r>
              <a:rPr lang="en-US" altLang="en-GB" sz="1900" dirty="0"/>
              <a:t>)</a:t>
            </a:r>
          </a:p>
          <a:p>
            <a:pPr>
              <a:spcAft>
                <a:spcPts val="800"/>
              </a:spcAft>
            </a:pPr>
            <a:r>
              <a:rPr lang="en-GB" altLang="en-US" sz="1900" b="1" dirty="0"/>
              <a:t>-</a:t>
            </a:r>
            <a:r>
              <a:rPr lang="en-US" altLang="en-GB" sz="1900" b="1" dirty="0"/>
              <a:t>emp_name</a:t>
            </a:r>
            <a:r>
              <a:rPr lang="en-US" altLang="en-GB" sz="1900" dirty="0"/>
              <a:t> (Not Null)</a:t>
            </a:r>
          </a:p>
          <a:p>
            <a:pPr>
              <a:spcAft>
                <a:spcPts val="800"/>
              </a:spcAft>
            </a:pPr>
            <a:r>
              <a:rPr lang="en-GB" altLang="en-US" sz="1900" b="1" dirty="0"/>
              <a:t>-</a:t>
            </a:r>
            <a:r>
              <a:rPr lang="en-US" altLang="en-GB" sz="1900" b="1" dirty="0"/>
              <a:t>salary</a:t>
            </a:r>
            <a:r>
              <a:rPr lang="en-US" altLang="en-GB" sz="1900" dirty="0"/>
              <a:t> (Numeric with 2 decimal points and must be greater than 0)</a:t>
            </a:r>
          </a:p>
          <a:p>
            <a:pPr>
              <a:spcAft>
                <a:spcPts val="800"/>
              </a:spcAft>
            </a:pPr>
            <a:r>
              <a:rPr lang="en-GB" altLang="en-US" sz="1900" b="1" dirty="0"/>
              <a:t>-</a:t>
            </a:r>
            <a:r>
              <a:rPr lang="en-US" altLang="en-GB" sz="1900" b="1" dirty="0"/>
              <a:t>dept_id</a:t>
            </a:r>
          </a:p>
          <a:p>
            <a:pPr>
              <a:spcAft>
                <a:spcPts val="800"/>
              </a:spcAft>
            </a:pPr>
            <a:r>
              <a:rPr lang="en-GB" altLang="en-US" sz="1900" b="1" dirty="0"/>
              <a:t>-</a:t>
            </a:r>
            <a:r>
              <a:rPr lang="en-US" altLang="en-GB" sz="1900" b="1" dirty="0"/>
              <a:t>hire_date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48069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GB" sz="5600" dirty="0"/>
              <a:t>Quiz 2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657856"/>
            <a:ext cx="91440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1537970"/>
            <a:ext cx="9509760" cy="493077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b="1" dirty="0"/>
              <a:t>Add a Foreign Key on dept_id in the employees table referencing dept_id in the departments table with: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ON DELETE CASCADE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ON UPDATE CASCADE</a:t>
            </a:r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Create a table called projects with the following columns: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project_id </a:t>
            </a:r>
            <a:r>
              <a:rPr lang="en-US" altLang="en-GB" sz="1900" dirty="0"/>
              <a:t>(Primary Key)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project_name </a:t>
            </a:r>
            <a:r>
              <a:rPr lang="en-US" altLang="en-GB" sz="1900" dirty="0"/>
              <a:t>(Not Null)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dept_id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480694"/>
            <a:ext cx="8534400" cy="1057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GB" sz="5600" dirty="0"/>
              <a:t>Quiz 2</a:t>
            </a:r>
          </a:p>
          <a:p>
            <a:endParaRPr lang="en-US" altLang="en-GB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657856"/>
            <a:ext cx="91440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1537970"/>
            <a:ext cx="9509760" cy="493077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b="1" dirty="0"/>
              <a:t>Add a Foreign Key in the projects table referencing the departments table with: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ON DELETE SET NULL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ON UPDATE CASCADE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Insert at least 3 records into the departments table.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Insert at least 5 records into the employees table.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Insert at least 3 records into the projects table.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Update the salary of one employee by increasing it by 1000.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Update the department of one employee.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Add a new column called email to the employees table and make it UNIQUE.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48069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GB" sz="5600" dirty="0"/>
              <a:t>Quiz 2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657856"/>
            <a:ext cx="91440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1537970"/>
            <a:ext cx="9509760" cy="493077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Add a new column called phone to the departments table.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Modify the salary column so it cannot accept NULL values.</a:t>
            </a:r>
          </a:p>
          <a:p>
            <a:pPr>
              <a:spcAft>
                <a:spcPts val="800"/>
              </a:spcAft>
            </a:pPr>
            <a:r>
              <a:rPr lang="en-GB" altLang="en-US" sz="1900" dirty="0"/>
              <a:t>- </a:t>
            </a:r>
            <a:r>
              <a:rPr lang="en-US" altLang="en-GB" sz="1900" dirty="0"/>
              <a:t>Update the dept_id of one department and observe the effect on related tables.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</TotalTime>
  <Words>785</Words>
  <Application>Microsoft Office PowerPoint</Application>
  <PresentationFormat>Widescreen</PresentationFormat>
  <Paragraphs>118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Trebuchet MS</vt:lpstr>
      <vt:lpstr>Wingdings 3</vt:lpstr>
      <vt:lpstr>Facet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Day 1</dc:title>
  <dc:creator>Petra</dc:creator>
  <cp:lastModifiedBy>sandy maged</cp:lastModifiedBy>
  <cp:revision>929</cp:revision>
  <dcterms:created xsi:type="dcterms:W3CDTF">2026-01-26T08:52:00Z</dcterms:created>
  <dcterms:modified xsi:type="dcterms:W3CDTF">2026-03-10T10:35:00Z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97E1217AF2A344429EBF110EF7E8548B_12</vt:lpwstr>
  </property>
  <property fmtid="{D5CDD505-2E9C-101B-9397-08002B2CF9AE}" pid="3" name="KSOProductBuildVer">
    <vt:lpwstr>2057-12.2.0.23196</vt:lpwstr>
  </property>
</Properties>
</file>