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  <p:sldMasterId id="2147483666" r:id="rId2"/>
  </p:sldMasterIdLst>
  <p:notesMasterIdLst>
    <p:notesMasterId r:id="rId8"/>
  </p:notesMasterIdLst>
  <p:sldIdLst>
    <p:sldId id="266" r:id="rId3"/>
    <p:sldId id="308" r:id="rId4"/>
    <p:sldId id="321" r:id="rId5"/>
    <p:sldId id="319" r:id="rId6"/>
    <p:sldId id="32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0" autoAdjust="0"/>
    <p:restoredTop sz="93861" autoAdjust="0"/>
  </p:normalViewPr>
  <p:slideViewPr>
    <p:cSldViewPr snapToGrid="0" showGuides="1">
      <p:cViewPr varScale="1">
        <p:scale>
          <a:sx n="67" d="100"/>
          <a:sy n="67" d="100"/>
        </p:scale>
        <p:origin x="858" y="54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73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1097280"/>
            <a:ext cx="91440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Day </a:t>
            </a:r>
            <a:r>
              <a:rPr lang="ar-EG" altLang="en-GB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91440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3500" dirty="0"/>
          </a:p>
        </p:txBody>
      </p:sp>
      <p:sp>
        <p:nvSpPr>
          <p:cNvPr id="2" name="Text Box 1"/>
          <p:cNvSpPr txBox="1"/>
          <p:nvPr/>
        </p:nvSpPr>
        <p:spPr>
          <a:xfrm>
            <a:off x="4355465" y="1761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For each department, show the latest hired employee (based on hire_date).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all employees with their department names using a NATURAL JOIN.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Show each project and its budget, along with the number of employees working on it (assuming a works_on table exists).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List all employees who have the same salary, without repeating pairs .</a:t>
            </a:r>
            <a:endParaRPr lang="ar-EG" altLang="en-GB" sz="1900" b="1" dirty="0"/>
          </a:p>
          <a:p>
            <a:pPr>
              <a:spcAft>
                <a:spcPts val="800"/>
              </a:spcAft>
            </a:pPr>
            <a:endParaRPr lang="ar-EG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Show each project and its budget, along with the number of employees working on it (assuming a </a:t>
            </a:r>
            <a:r>
              <a:rPr lang="en-US" altLang="en-GB" sz="1900" b="1" dirty="0" err="1"/>
              <a:t>works_on</a:t>
            </a:r>
            <a:r>
              <a:rPr lang="en-US" altLang="en-GB" sz="1900" b="1" dirty="0"/>
              <a:t> table exists).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Show project name with the employees working on it (assuming a </a:t>
            </a:r>
            <a:r>
              <a:rPr lang="en-US" altLang="en-GB" sz="1900" b="1" dirty="0" err="1"/>
              <a:t>works_on</a:t>
            </a:r>
            <a:r>
              <a:rPr lang="en-US" altLang="en-GB" sz="1900" b="1" dirty="0"/>
              <a:t> table exists).</a:t>
            </a:r>
            <a:endParaRPr lang="ar-EG" altLang="en-GB" sz="1900" b="1" dirty="0"/>
          </a:p>
          <a:p>
            <a:pPr>
              <a:spcAft>
                <a:spcPts val="800"/>
              </a:spcAft>
            </a:pPr>
            <a:endParaRPr lang="ar-EG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Show names of employees and departments in one list.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970405" y="2952115"/>
            <a:ext cx="794131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GB" sz="5600" dirty="0">
                <a:sym typeface="+mn-ea"/>
              </a:rPr>
              <a:t>Homework </a:t>
            </a:r>
            <a:r>
              <a:rPr lang="en-GB" altLang="en-US" sz="5600" dirty="0">
                <a:sym typeface="+mn-ea"/>
              </a:rPr>
              <a:t>A</a:t>
            </a:r>
            <a:r>
              <a:rPr lang="en-US" altLang="en-GB" sz="5600" dirty="0">
                <a:sym typeface="+mn-ea"/>
              </a:rPr>
              <a:t>ssignment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ar-EG" altLang="en-US" sz="1900" b="1" dirty="0">
                <a:sym typeface="+mn-ea"/>
              </a:rPr>
              <a:t>1</a:t>
            </a:r>
            <a:r>
              <a:rPr lang="en-GB" altLang="en-US" sz="1900" b="1" dirty="0">
                <a:sym typeface="+mn-ea"/>
              </a:rPr>
              <a:t>.</a:t>
            </a:r>
            <a:r>
              <a:rPr lang="en-US" altLang="en-GB" sz="1900" b="1" dirty="0">
                <a:sym typeface="+mn-ea"/>
              </a:rPr>
              <a:t>For each department, show one employee (any employee) in that department.</a:t>
            </a:r>
          </a:p>
          <a:p>
            <a:pPr>
              <a:spcAft>
                <a:spcPts val="800"/>
              </a:spcAft>
            </a:pPr>
            <a:endParaRPr lang="en-US" altLang="en-GB" sz="1900" b="1" dirty="0">
              <a:sym typeface="+mn-ea"/>
            </a:endParaRPr>
          </a:p>
          <a:p>
            <a:pPr>
              <a:spcAft>
                <a:spcPts val="800"/>
              </a:spcAft>
            </a:pPr>
            <a:r>
              <a:rPr lang="en-GB" altLang="en-US" sz="1900" b="1" dirty="0">
                <a:sym typeface="+mn-ea"/>
              </a:rPr>
              <a:t>2.</a:t>
            </a:r>
            <a:r>
              <a:rPr lang="en-US" altLang="en-GB" sz="1900" b="1" dirty="0">
                <a:sym typeface="+mn-ea"/>
              </a:rPr>
              <a:t>Show department name and average salary of employees in that department (use subquery).</a:t>
            </a:r>
            <a:br>
              <a:rPr lang="en-US" altLang="en-GB" sz="1900" b="1" dirty="0">
                <a:sym typeface="+mn-ea"/>
              </a:rPr>
            </a:br>
            <a:br>
              <a:rPr lang="en-US" altLang="en-GB" sz="1900" b="1" dirty="0">
                <a:sym typeface="+mn-ea"/>
              </a:rPr>
            </a:br>
            <a:r>
              <a:rPr lang="en-US" altLang="en-GB" sz="1900" b="1" dirty="0">
                <a:sym typeface="+mn-ea"/>
              </a:rPr>
              <a:t>3.</a:t>
            </a:r>
            <a:r>
              <a:rPr lang="en-US" sz="1900" b="1" dirty="0"/>
              <a:t>Show employees who were hired on the same date.</a:t>
            </a:r>
          </a:p>
          <a:p>
            <a:pPr>
              <a:spcAft>
                <a:spcPts val="800"/>
              </a:spcAft>
            </a:pPr>
            <a:endParaRPr lang="en-US" sz="1900" b="1" dirty="0"/>
          </a:p>
          <a:p>
            <a:pPr>
              <a:spcAft>
                <a:spcPts val="800"/>
              </a:spcAft>
            </a:pPr>
            <a:r>
              <a:rPr lang="en-US" sz="1900" b="1"/>
              <a:t>4.Show </a:t>
            </a:r>
            <a:r>
              <a:rPr lang="en-US" sz="1900" b="1" dirty="0"/>
              <a:t>employees whose salary is greater than the average salary.</a:t>
            </a:r>
          </a:p>
          <a:p>
            <a:pPr>
              <a:spcAft>
                <a:spcPts val="800"/>
              </a:spcAft>
            </a:pPr>
            <a:endParaRPr lang="en-GB" altLang="en-US" sz="19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193</Words>
  <Application>Microsoft Office PowerPoint</Application>
  <PresentationFormat>Widescreen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Day 1</dc:title>
  <dc:creator>Petra</dc:creator>
  <cp:lastModifiedBy>sandy maged</cp:lastModifiedBy>
  <cp:revision>977</cp:revision>
  <dcterms:created xsi:type="dcterms:W3CDTF">2026-01-26T08:52:00Z</dcterms:created>
  <dcterms:modified xsi:type="dcterms:W3CDTF">2026-03-15T10:52:48Z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97E1217AF2A344429EBF110EF7E8548B_12</vt:lpwstr>
  </property>
  <property fmtid="{D5CDD505-2E9C-101B-9397-08002B2CF9AE}" pid="3" name="KSOProductBuildVer">
    <vt:lpwstr>2057-12.2.0.23196</vt:lpwstr>
  </property>
</Properties>
</file>