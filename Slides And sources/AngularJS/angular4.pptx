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21"/>
  </p:notesMasterIdLst>
  <p:sldIdLst>
    <p:sldId id="256" r:id="rId3"/>
    <p:sldId id="320" r:id="rId4"/>
    <p:sldId id="321" r:id="rId5"/>
    <p:sldId id="322" r:id="rId6"/>
    <p:sldId id="323" r:id="rId7"/>
    <p:sldId id="325" r:id="rId8"/>
    <p:sldId id="324" r:id="rId9"/>
    <p:sldId id="326" r:id="rId10"/>
    <p:sldId id="339" r:id="rId11"/>
    <p:sldId id="327" r:id="rId12"/>
    <p:sldId id="328" r:id="rId13"/>
    <p:sldId id="330" r:id="rId14"/>
    <p:sldId id="331" r:id="rId15"/>
    <p:sldId id="332" r:id="rId16"/>
    <p:sldId id="333" r:id="rId17"/>
    <p:sldId id="334" r:id="rId18"/>
    <p:sldId id="336" r:id="rId19"/>
    <p:sldId id="33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3861" autoAdjust="0"/>
  </p:normalViewPr>
  <p:slideViewPr>
    <p:cSldViewPr snapToGrid="0">
      <p:cViewPr varScale="1">
        <p:scale>
          <a:sx n="67" d="100"/>
          <a:sy n="67" d="100"/>
        </p:scale>
        <p:origin x="85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3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8D72-C166-5778-A821-F8A42E85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AAA29-D342-5370-FAA7-C86BB3C4B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BCC4A-CC37-E98D-F61F-1E76DB5D8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17263-1751-D1C4-93FC-5EE2F8D04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36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DF12-F558-62B4-FF8A-9457DDCE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27BE4-80D1-CF18-6840-A552D955A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2E6BE-8D2A-FE47-1A19-6E83C0EDB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153C7-523E-329D-4647-83C1FAF9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582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0E03-BF37-A042-178C-F85519B0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5300A-EB4A-7930-979E-3CA9FDB61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61020-82CC-EE13-E05C-1B555BBE4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7D538-614D-9DB4-1752-A499F2536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496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D7E13-A4D6-4253-A565-779AB7F7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2922D-A3EE-2F26-7FF1-F604AA9FA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526E0-2D26-0006-9AD7-4525A13DC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4F5FE-A3C3-E229-27E1-F3A388B27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06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C3C2-24A8-37AB-8FB4-B2E3F40D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77152-7398-4364-E251-FE4A656D5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5B659-CF54-0700-F2AD-1A293E392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F64D8-FFEC-2E75-D7F4-EABBA81C7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213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063C-CEEC-7A34-E655-AE90241B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13FF-6E06-17AD-0C42-18360ECCE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B5D11-69FD-D1D3-DB31-9B63A21A1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9B4EB-4D30-E542-B082-3EAD854D0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590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ED16-A634-76E9-5C75-8ECC674A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FD2BC-CC88-9B95-8763-11C6E3C19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00E9E-3FDB-C59B-0C2E-B0F4D108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2D556-4DCA-753E-999D-80D104DED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155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DFBB-ED60-DC49-AE11-9647DC0B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7D433-3E78-D6E5-70F3-1C53EFC2F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783AD-FBED-0747-A2A0-BD3BB9624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D4996-D0F1-005B-6A4E-1DF11C2C8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642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98D8-B944-AD37-2733-57A548B5C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DB9D9-8C98-B649-A8C1-93EB5ABCB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C0D1E-A52B-E904-57DD-D0424762F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624D7-6CD7-4EBF-63E2-B16F047D6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84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495E-F44D-62E3-E696-0A4989EE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30E37-A3F6-E084-3595-C9FFB4A40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2A75-D607-C90E-13FC-9F781F954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7FCD3-579E-3E97-7ACE-12E66281A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835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DB1A-0946-C718-7961-C8DC5016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8A488-141A-1CD4-037A-E0EBE30BD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75D5D-ACC6-BDEE-C36A-C9D6A6F67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CD20-5826-9FFC-CCCE-06CCDA6DC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08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3A4E-63FE-FD79-256F-A809CD06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063C2-B536-79FC-4B4B-722F644E1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19201-03FE-94F4-89C6-50B4D5278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1696B-6E2A-71BD-54A6-124F5EC2F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015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7AF3-6E9F-BA76-1C5A-5AA57537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28A7A-CDC4-3704-7FDD-76B6306C0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B601F-AC77-7FCD-A227-AC06B0A3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E83F4-A523-50CA-A03D-CBB6B8080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727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C976E-81E6-AE08-5382-3CD5E73B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B4A58-9488-C2EC-ECFB-5C2372D83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4EFDB-681C-6DE5-FA53-D4DB063CF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B8A75-1AE3-DA0E-E14E-6F1017F69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783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2574-FBB9-3203-FAC5-5E2E280F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7A2BB-F0A4-F29F-637B-E83531FE9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9F524-A36D-A192-9CC9-53D7D1F92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F7562-268C-CB77-226A-FC3C7AFF4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407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3D7B5-9E3D-4B15-4571-C73E5826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F59A2-364C-EE08-DD54-514D8F970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FCBE8-FE05-2C2C-D8C8-E46F7556C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76A1-3AFE-9777-257E-CEBAD27F5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42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67BB-765A-9C68-E0F9-AAF0F484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1F1A2-F209-9FDB-44BC-9F5095F17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18F0C-4AD8-AF8E-9862-4BB84C73B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89D23-45BD-57E1-70E8-E92AF2D44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53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68C8-67C4-8011-F335-527CB36AE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239" y="98066"/>
            <a:ext cx="9279144" cy="3330934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Angular JS</a:t>
            </a:r>
          </a:p>
        </p:txBody>
      </p:sp>
    </p:spTree>
    <p:extLst>
      <p:ext uri="{BB962C8B-B14F-4D97-AF65-F5344CB8AC3E}">
        <p14:creationId xmlns:p14="http://schemas.microsoft.com/office/powerpoint/2010/main" val="8922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43EA-7381-CB67-A9DD-A6C4687F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317E-9836-E4FE-0010-F1ED18F7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 is a 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15C94-049C-1827-F5BD-0DD3B7F88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Service in AngularJS is:</a:t>
            </a:r>
          </a:p>
          <a:p>
            <a:r>
              <a:rPr lang="en-US" dirty="0"/>
              <a:t>A reusable object that contains business logic or shared functionality.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API communication</a:t>
            </a:r>
          </a:p>
          <a:p>
            <a:r>
              <a:rPr lang="en-US" dirty="0"/>
              <a:t>Data storage</a:t>
            </a:r>
          </a:p>
          <a:p>
            <a:r>
              <a:rPr lang="en-US" dirty="0"/>
              <a:t>Timer logic</a:t>
            </a:r>
          </a:p>
          <a:p>
            <a:r>
              <a:rPr lang="en-US" dirty="0"/>
              <a:t>Shared data between controllers</a:t>
            </a:r>
          </a:p>
        </p:txBody>
      </p:sp>
    </p:spTree>
    <p:extLst>
      <p:ext uri="{BB962C8B-B14F-4D97-AF65-F5344CB8AC3E}">
        <p14:creationId xmlns:p14="http://schemas.microsoft.com/office/powerpoint/2010/main" val="5633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3E4D-563B-DF91-56F9-6E8D5620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C57F-A242-6B36-F4C9-2C20C936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 is Dependency Injection (DI)?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04900-2244-87A4-5D0D-781E667C0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Dependency Injection</a:t>
            </a:r>
          </a:p>
          <a:p>
            <a:r>
              <a:rPr lang="en-US" dirty="0"/>
              <a:t>Instead of creating objects manually,</a:t>
            </a:r>
            <a:br>
              <a:rPr lang="en-US" dirty="0"/>
            </a:br>
            <a:r>
              <a:rPr lang="en-US" dirty="0"/>
              <a:t>AngularJS injects them automatically.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Here:</a:t>
            </a:r>
          </a:p>
          <a:p>
            <a:r>
              <a:rPr lang="en-US" dirty="0"/>
              <a:t>$scope → injected</a:t>
            </a:r>
          </a:p>
          <a:p>
            <a:r>
              <a:rPr lang="en-US" dirty="0"/>
              <a:t>$http → injected</a:t>
            </a:r>
          </a:p>
          <a:p>
            <a:r>
              <a:rPr lang="en-US" dirty="0"/>
              <a:t>AngularJS creates and provides them.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91F59-035B-D09C-2951-7155C389A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00" y="2917381"/>
            <a:ext cx="4905650" cy="9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BEEC-6541-6BDC-5849-FEF83489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7EA5-0BC9-3E22-C9E1-4D5FA749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 is Dependency Injection (DI)?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1660-A88A-2B8A-FE16-6029D24B2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Dependency Injection is Important?</a:t>
            </a:r>
          </a:p>
          <a:p>
            <a:pPr marL="0" indent="0">
              <a:buNone/>
            </a:pPr>
            <a:r>
              <a:rPr lang="en-US" b="1" dirty="0"/>
              <a:t>Benefits of DI</a:t>
            </a:r>
          </a:p>
          <a:p>
            <a:r>
              <a:rPr lang="en-US" dirty="0"/>
              <a:t> Cleaner code</a:t>
            </a:r>
          </a:p>
          <a:p>
            <a:r>
              <a:rPr lang="en-US" dirty="0"/>
              <a:t> Easy testing</a:t>
            </a:r>
          </a:p>
          <a:p>
            <a:r>
              <a:rPr lang="en-US" dirty="0"/>
              <a:t> Reusable logic</a:t>
            </a:r>
          </a:p>
          <a:p>
            <a:r>
              <a:rPr lang="en-US" dirty="0"/>
              <a:t>Loose coupling</a:t>
            </a:r>
          </a:p>
          <a:p>
            <a:pPr marL="0" indent="0">
              <a:buNone/>
            </a:pPr>
            <a:r>
              <a:rPr lang="en-US" dirty="0"/>
              <a:t>Without DI:</a:t>
            </a:r>
          </a:p>
          <a:p>
            <a:pPr marL="0" indent="0">
              <a:buNone/>
            </a:pPr>
            <a:r>
              <a:rPr lang="en-US" sz="2000" b="1" dirty="0"/>
              <a:t>                var http = new Http();</a:t>
            </a:r>
          </a:p>
          <a:p>
            <a:pPr marL="0" indent="0">
              <a:buNone/>
            </a:pPr>
            <a:r>
              <a:rPr lang="en-US" dirty="0"/>
              <a:t>With DI:</a:t>
            </a:r>
          </a:p>
          <a:p>
            <a:pPr marL="0" indent="0">
              <a:buNone/>
            </a:pPr>
            <a:r>
              <a:rPr lang="en-US" sz="2000" b="1" dirty="0"/>
              <a:t>                function($http)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0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48F1-82CA-8C12-E4C7-F2CAC430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0A8-F39E-C813-87BA-E94EF4141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8C14-E9FB-1882-233D-B228AF3F2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AngularJS provides built-in services: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E9942-8708-A50B-1612-72E9E6FBA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506" y="2200103"/>
            <a:ext cx="6145132" cy="291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5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5604-C8C5-4084-C70E-6778818A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F7B5-2B67-9FDC-9B5F-0B892701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1055-3029-E88B-F28B-83D4ED81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Example: $timeout</a:t>
            </a:r>
          </a:p>
          <a:p>
            <a:r>
              <a:rPr lang="en-US" b="1" dirty="0"/>
              <a:t>Delay Execution Example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A2327-5F28-B14F-3206-044BFF5A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147" y="2619248"/>
            <a:ext cx="6164848" cy="2599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BABC64-B853-0E45-4958-6F868F794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582" y="5433958"/>
            <a:ext cx="4167368" cy="1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6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6B38-10B5-8CE4-AFC1-B30818EE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9C59-802D-69E1-21FC-CD776E4B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898F2-DBAE-7938-05FD-358FF651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 $interval</a:t>
            </a:r>
          </a:p>
          <a:p>
            <a:r>
              <a:rPr lang="en-US" b="1" dirty="0"/>
              <a:t>Repeated Execution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FED7A-41D7-7013-3DD1-29003973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09" y="2528761"/>
            <a:ext cx="6003445" cy="239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4FD80-32B3-55E9-E137-513732E8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5011-33BC-51A9-4DC3-7AE50A98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ABE4-DB49-A95A-93AF-E7E00E35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$http Service</a:t>
            </a:r>
          </a:p>
          <a:p>
            <a:r>
              <a:rPr lang="en-US" dirty="0"/>
              <a:t>The $http service is one of the most common used services in AngularJS applications.</a:t>
            </a:r>
          </a:p>
          <a:p>
            <a:r>
              <a:rPr lang="en-US" dirty="0"/>
              <a:t>The service makes a request to the server, and lets your application handle the response.</a:t>
            </a:r>
            <a:endParaRPr lang="en-US" b="1" dirty="0"/>
          </a:p>
          <a:p>
            <a:r>
              <a:rPr lang="en-US" dirty="0"/>
              <a:t>Used to communicate with APIs.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 err="1"/>
              <a:t>Noteeee</a:t>
            </a:r>
            <a:r>
              <a:rPr lang="en-US" dirty="0"/>
              <a:t>: $http returns a Promise.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EF936-1CCF-26FB-A941-1E38A1818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813" y="3510034"/>
            <a:ext cx="5062738" cy="141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0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7268-4BAF-8D2F-1FDA-8517BB37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1350-ED22-A699-13DA-6C64D321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05FA-DEB4-1F94-A0D3-AD11C27F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$http Methods</a:t>
            </a:r>
          </a:p>
          <a:p>
            <a:pPr marL="0" indent="0">
              <a:buNone/>
            </a:pPr>
            <a:r>
              <a:rPr lang="en-US" dirty="0"/>
              <a:t>The example above uses the .get method of the $http service.</a:t>
            </a:r>
          </a:p>
          <a:p>
            <a:pPr marL="0" indent="0">
              <a:buNone/>
            </a:pPr>
            <a:r>
              <a:rPr lang="en-US" dirty="0"/>
              <a:t>The .get method is a shortcut method of the $http service.</a:t>
            </a:r>
          </a:p>
          <a:p>
            <a:pPr marL="0" indent="0">
              <a:buNone/>
            </a:pPr>
            <a:r>
              <a:rPr lang="en-US" dirty="0"/>
              <a:t>There are several shortcut methods:</a:t>
            </a:r>
          </a:p>
          <a:p>
            <a:r>
              <a:rPr lang="en-US" dirty="0"/>
              <a:t>.delete()</a:t>
            </a:r>
          </a:p>
          <a:p>
            <a:r>
              <a:rPr lang="en-US" dirty="0"/>
              <a:t>.get()</a:t>
            </a:r>
          </a:p>
          <a:p>
            <a:r>
              <a:rPr lang="en-US" dirty="0"/>
              <a:t>.head()</a:t>
            </a:r>
          </a:p>
          <a:p>
            <a:r>
              <a:rPr lang="en-US" dirty="0"/>
              <a:t>.patch()</a:t>
            </a:r>
          </a:p>
          <a:p>
            <a:r>
              <a:rPr lang="en-US" dirty="0"/>
              <a:t>.post()</a:t>
            </a:r>
          </a:p>
          <a:p>
            <a:r>
              <a:rPr lang="en-US" dirty="0"/>
              <a:t>.put()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060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D2FD-C1FD-0D29-11E5-1D004D29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4435-7088-E5B7-16F4-DBFB922D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1D42-AB70-DF98-866E-E2BA5B26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$http Service</a:t>
            </a:r>
          </a:p>
          <a:p>
            <a:r>
              <a:rPr lang="en-US" dirty="0"/>
              <a:t>GET Request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HTML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E0512-D712-BEFE-73C5-400210B49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28" y="2443011"/>
            <a:ext cx="5396222" cy="2640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16E964-920E-874D-3578-F320D38DD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296" y="5501504"/>
            <a:ext cx="4511584" cy="11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2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62A0-28C2-49DB-4F0F-F26D4EFB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AD8D-52ED-2459-6F52-8A77D62C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8D6D-89AE-6945-76E0-39774779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$http Service</a:t>
            </a:r>
          </a:p>
          <a:p>
            <a:r>
              <a:rPr lang="en-US" dirty="0"/>
              <a:t>POST Request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HTML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2E57B-35A1-F70B-383A-93C25AC1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296" y="2398761"/>
            <a:ext cx="5020376" cy="2819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0BDE2-BFA8-56CD-54E9-51751532D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852" y="5719235"/>
            <a:ext cx="6683459" cy="8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9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E15A-50E7-A643-7668-C6852D16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AD53-0323-570F-ACB1-3D25EB5B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E92C-B272-B05D-49BD-0BF0F638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$http Service</a:t>
            </a:r>
          </a:p>
          <a:p>
            <a:r>
              <a:rPr lang="en-US" dirty="0"/>
              <a:t>Handling Loading State</a:t>
            </a:r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endParaRPr lang="ar-EG" dirty="0"/>
          </a:p>
          <a:p>
            <a:r>
              <a:rPr lang="hay-Latn" dirty="0"/>
              <a:t>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2DE7E-F6A6-CB8E-E562-9BFD7AAA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860" y="2519235"/>
            <a:ext cx="3962589" cy="2655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1F997C-9F3E-0F86-465A-C472A7167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860" y="5855801"/>
            <a:ext cx="4562135" cy="61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6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3FEE-9CDE-6C71-3F97-08EB2D8B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6AE2-713A-1764-170C-A6268BF6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Built-in AngularJS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D593B-5600-FABE-5437-3AF47D7C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Creating Custom Service</a:t>
            </a:r>
          </a:p>
          <a:p>
            <a:r>
              <a:rPr lang="en-US" dirty="0"/>
              <a:t>Instead of writing API logic in controller:</a:t>
            </a:r>
          </a:p>
          <a:p>
            <a:r>
              <a:rPr lang="en-US" dirty="0"/>
              <a:t>We create a service.</a:t>
            </a:r>
            <a:endParaRPr lang="hay-Latn-001" dirty="0"/>
          </a:p>
          <a:p>
            <a:endParaRPr lang="hay-Latn-001" dirty="0"/>
          </a:p>
          <a:p>
            <a:endParaRPr lang="hay-Latn-001" dirty="0"/>
          </a:p>
          <a:p>
            <a:endParaRPr lang="hay-Latn-001" dirty="0"/>
          </a:p>
          <a:p>
            <a:endParaRPr lang="hay-Latn-001" dirty="0"/>
          </a:p>
          <a:p>
            <a:r>
              <a:rPr lang="en-US" dirty="0"/>
              <a:t>Using Service in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D0EF-950B-81EC-4494-7F9615271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72" y="2960245"/>
            <a:ext cx="5401429" cy="1390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745B65-4B06-72B4-6354-60AE0A32C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573" y="4976421"/>
            <a:ext cx="5034565" cy="186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42D3-5ACC-95D3-84F2-C7DCB266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3D38-A1B9-140F-16C2-7A66CFB8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CF717-2010-CBCF-7C2D-A94F82ACA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Factory?</a:t>
            </a:r>
          </a:p>
          <a:p>
            <a:r>
              <a:rPr lang="en-US" dirty="0"/>
              <a:t>Factory is another way to create service.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99AF01-B7EE-860E-0462-9C7BD0B8A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766" y="2496582"/>
            <a:ext cx="3681622" cy="342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91C0-2BB7-EEBF-74FF-2F536835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2A00-E4F7-00D4-D98E-D7371587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8281E-5191-7604-237E-2F638327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Factory?</a:t>
            </a:r>
          </a:p>
          <a:p>
            <a:r>
              <a:rPr lang="en-US" dirty="0"/>
              <a:t>Service vs Factory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7C57D-94FD-5586-9F9F-CE9A9047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620" y="2666893"/>
            <a:ext cx="7170963" cy="194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6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45C6-B3B6-E15B-9989-D706A9D5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2A02-2A8D-4687-B724-7A505DFB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35F62-5BEB-38E4-A0A1-2EEBC1E7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Promise = “Result will come later”</a:t>
            </a:r>
          </a:p>
          <a:p>
            <a:pPr marL="0" indent="0">
              <a:buNone/>
            </a:pPr>
            <a:r>
              <a:rPr lang="en-US" dirty="0"/>
              <a:t>States:</a:t>
            </a:r>
          </a:p>
          <a:p>
            <a:r>
              <a:rPr lang="en-US" dirty="0"/>
              <a:t>Pending</a:t>
            </a:r>
          </a:p>
          <a:p>
            <a:r>
              <a:rPr lang="en-US" dirty="0"/>
              <a:t>Resolved</a:t>
            </a:r>
          </a:p>
          <a:p>
            <a:r>
              <a:rPr lang="en-US" dirty="0"/>
              <a:t>Rejected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2F7B3-E65F-C179-264B-35428957C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534" y="2709283"/>
            <a:ext cx="4634103" cy="339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5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A7DB-1218-E70F-37DA-9BC9A7ED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CFFE-A5D3-CC67-9646-146FE7B50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72D3-B948-6CFF-2B05-9495CA11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983750"/>
          </a:xfrm>
        </p:spPr>
        <p:txBody>
          <a:bodyPr>
            <a:normAutofit/>
          </a:bodyPr>
          <a:lstStyle/>
          <a:p>
            <a:r>
              <a:rPr lang="en-US" b="1" dirty="0"/>
              <a:t>Real Example with Loading + Error</a:t>
            </a:r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endParaRPr lang="hay-Latn-001" b="1" dirty="0"/>
          </a:p>
          <a:p>
            <a:r>
              <a:rPr lang="hay-Latn-001" b="1" dirty="0"/>
              <a:t>HTML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0645E-91C8-54E9-D150-60F7BA42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327" y="2039232"/>
            <a:ext cx="4274845" cy="3395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FF291F-D077-FF05-2466-0EC06E27E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327" y="5834926"/>
            <a:ext cx="4274845" cy="7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5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81EB-9E1B-775F-75D6-9BE09073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66B3-A338-4270-4338-9C162283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ay-Latn-001" b="1" dirty="0">
                <a:solidFill>
                  <a:schemeClr val="tx1"/>
                </a:solidFill>
              </a:rPr>
              <a:t>Task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13048-1FDC-4738-F01E-3F9B80871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10845"/>
            <a:ext cx="8946541" cy="4983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Build Product Management App:</a:t>
            </a:r>
          </a:p>
          <a:p>
            <a:r>
              <a:rPr lang="en-US" dirty="0"/>
              <a:t>GET all products</a:t>
            </a:r>
          </a:p>
          <a:p>
            <a:r>
              <a:rPr lang="en-US" dirty="0"/>
              <a:t>POST new product</a:t>
            </a:r>
            <a:endParaRPr lang="hay-Latn-001" dirty="0"/>
          </a:p>
          <a:p>
            <a:r>
              <a:rPr lang="hay-Latn-001" dirty="0"/>
              <a:t>PUT a product</a:t>
            </a:r>
          </a:p>
          <a:p>
            <a:r>
              <a:rPr lang="hay-Latn-001" dirty="0"/>
              <a:t>Delete a product</a:t>
            </a:r>
            <a:endParaRPr lang="en-US" dirty="0"/>
          </a:p>
          <a:p>
            <a:r>
              <a:rPr lang="en-US" dirty="0"/>
              <a:t>Show loading</a:t>
            </a:r>
          </a:p>
          <a:p>
            <a:r>
              <a:rPr lang="en-US" dirty="0"/>
              <a:t>Show error message</a:t>
            </a:r>
          </a:p>
          <a:p>
            <a:r>
              <a:rPr lang="en-US" dirty="0"/>
              <a:t>Use Service (not controller API call)</a:t>
            </a:r>
            <a:endParaRPr lang="hay-Latn-001" dirty="0"/>
          </a:p>
          <a:p>
            <a:r>
              <a:rPr lang="en-US" dirty="0"/>
              <a:t>A</a:t>
            </a:r>
            <a:r>
              <a:rPr lang="hay-Latn-001"/>
              <a:t>ll in a good desgin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9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6000"/>
                            </p:stCondLst>
                            <p:childTnLst>
                              <p:par>
                                <p:cTn id="13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4302</TotalTime>
  <Words>562</Words>
  <Application>Microsoft Office PowerPoint</Application>
  <PresentationFormat>Widescreen</PresentationFormat>
  <Paragraphs>193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Antique Olive</vt:lpstr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Angular JS</vt:lpstr>
      <vt:lpstr>What is a Service?</vt:lpstr>
      <vt:lpstr>What is Dependency Injection (DI)?</vt:lpstr>
      <vt:lpstr>What is Dependency Injection (DI)?</vt:lpstr>
      <vt:lpstr>Built-in AngularJS Services</vt:lpstr>
      <vt:lpstr>Built-in AngularJS Services</vt:lpstr>
      <vt:lpstr>Built-in AngularJS Services</vt:lpstr>
      <vt:lpstr>Built-in AngularJS Services</vt:lpstr>
      <vt:lpstr>Built-in AngularJS Services</vt:lpstr>
      <vt:lpstr>Built-in AngularJS Services</vt:lpstr>
      <vt:lpstr>Built-in AngularJS Services</vt:lpstr>
      <vt:lpstr>Built-in AngularJS Services</vt:lpstr>
      <vt:lpstr>Built-in AngularJS Services</vt:lpstr>
      <vt:lpstr>Factory</vt:lpstr>
      <vt:lpstr>Factory</vt:lpstr>
      <vt:lpstr>Promises</vt:lpstr>
      <vt:lpstr>Promises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Petra</dc:creator>
  <cp:lastModifiedBy>sandy maged</cp:lastModifiedBy>
  <cp:revision>604</cp:revision>
  <dcterms:created xsi:type="dcterms:W3CDTF">2026-01-26T08:52:25Z</dcterms:created>
  <dcterms:modified xsi:type="dcterms:W3CDTF">2026-03-01T21:39:47Z</dcterms:modified>
</cp:coreProperties>
</file>